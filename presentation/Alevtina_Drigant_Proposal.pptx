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PRODUCER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Алевтіна Дрігант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Система масштабування курсу
«Мистецтво говорити»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8A25B"/>
                </a:solidFill>
                <a:latin typeface="Calibri"/>
              </a:rPr>
              <a:t>x5 за 90 днів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Презентація для зустрічі  ·  30 хвилин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Чому я тут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657600" cy="256032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потоків курсу — продукт валідовано ринком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103120"/>
            <a:ext cx="3657600" cy="256032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2860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B1F3A"/>
                </a:solidFill>
                <a:latin typeface="Calibri"/>
              </a:rPr>
              <a:t>12K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підписників з преміум-аудиторією (UA / EU)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103120"/>
            <a:ext cx="3657600" cy="256032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B1F3A"/>
                </a:solidFill>
                <a:latin typeface="Calibri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інвестицій у воронку — все продажі через DM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25B"/>
                </a:solidFill>
                <a:latin typeface="Calibri"/>
              </a:rPr>
              <a:t>У вас є все для x5 росту. Немає лише системи, яка це збере.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ДІАГНОСТИКА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3 діри, де зараз втрачаються гроші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82296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C8A25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Продажі через 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688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70-80% людей, які хочуть купити, НЕ напишуть першими.
Втрата ~$4 500 з кожного продаючого поста.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9000"/>
            <a:ext cx="82296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C8A25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74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Немає бази (Telegram / email)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977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Instagram показує пости 5-10% підписників.
З 12K вас бачать 600-1 200 людей.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82296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C8A25B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983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Один продукт = один рівень доходу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4864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Між потоками — тиша. Немає продуктів,
які продаються щодня на автопілоті.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РОЗРАХУНОК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Що дає система: математика 12-го потоку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03520" cy="420624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ЗАРАЗ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$3 000 – $5 000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• Охват поста: ~800 людей (5-7%)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• Заявок у DM: 15-20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• Купили: 10-15 учнів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• Чек: 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• Канал продажу: тільки Instagram DM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303520" cy="4206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ПІСЛЯ ЗАПУСКУ СИСТЕМИ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68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$25 000 – $35 000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Telegram-база: 2 000+ (охват 60%)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Reels-трафік: +3 000 нових/міс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Автоворонка з прогрівом 5-7 днів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Тарифна сітка: $297 / $497 / $1 500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Купили: 50-60 учнів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25B"/>
                </a:solidFill>
                <a:latin typeface="Calibri"/>
              </a:rPr>
              <a:t>= один запуск приносить більше, ніж зараз 6 потоків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Дорожня карта 90 днів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ЕТАП 1
Тижні 1-3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3657600" cy="36576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ФУНДАМЕНТ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Переупаковка біо + Taplink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Telegram-канал + 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Лід-магніт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Хайлайти ВІДГУКИ / КУРС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20240"/>
            <a:ext cx="3657600" cy="82296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ЕТАП 2
Тижні 4-6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743200"/>
            <a:ext cx="3657600" cy="36576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8346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ВОРОНКА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204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Автоворонка в Telegram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233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Міні-курс $97 (запис)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262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Reels-стратегія: 5/тиждень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029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Сторінка продажу курсу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920240"/>
            <a:ext cx="3657600" cy="82296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ЕТАП 3
Тижні 7-12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743200"/>
            <a:ext cx="3657600" cy="365760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8346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ЗАПУСК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204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Прогрів 14 днів до старту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0233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Запуск 12-го потоку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Premium-група $1 500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029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→ Корпоративні тренінги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ФІНАНСОВА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Прогноз доходу на 12 місяців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385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Місяці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385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Підготовка системи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9385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Місяць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957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Запуск 12-го потоку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957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$25-35K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889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529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Місяці 4-5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529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Автопродажі + корпоратив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8529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$10-16K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2461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01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Місяць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3101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Запуск 13-го потоку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101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$30-45K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7033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673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Місяць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7673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Літній ретрит у Європі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7673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$15-25K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605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2245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Місяці 8-9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245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Автопродажі + корпоратив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2245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$14-24K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6177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817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Місяць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46817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Запуск 14-го потоку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6817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$35-50K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074919"/>
            <a:ext cx="8229600" cy="41148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3892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Місяці 11-12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138927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Новорічний запуск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138927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E8B57"/>
                </a:solidFill>
                <a:latin typeface="Calibri"/>
              </a:rPr>
              <a:t>$15-25K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874519"/>
            <a:ext cx="2651760" cy="36576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20574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РАЗОМ
ЗА РІК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017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$150K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0233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$250K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8920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C8A25B"/>
                </a:solidFill>
                <a:latin typeface="Calibri"/>
              </a:rPr>
              <a:t>vs зараз
~$30-60K/рік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893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Зростання x3 – x5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ЯК ПРАЦЮЄМО РАЗОМ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Розподіл ролей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486400" cy="438912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АЛЕВТІНА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Експерт + обличчя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Записує Reels (5/тиждень)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Веде ефіри і live-уроки курсу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Дає експертну глибину контенту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Спілкується з преміум-учнями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Час: 5-7 годин на тиждень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5486400" cy="4389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ПРОДЮСЕР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Система + продажі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Воронка, бот, Telegram, Taplink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Контент-стратегія + монтаж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Запуски курсу під ключ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Аналітика, дашборди, тести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Перемовини: корпоративи + B2B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УМОВИ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Оффер співпраці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486400" cy="4480560"/>
          </a:xfrm>
          <a:prstGeom prst="rect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00" cy="64008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7568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ВАРІАНТ A  ·  РЕКОМЕНДОВАНИЙ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$1 000/міс  +  20% rev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Термін: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6118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 місяці пілот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KPI 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069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Запуск 12-го потоку $25K+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KPI 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5262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База Telegram 2 000+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KPI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983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Автопродажі $5K/міс до 90-го 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Ризик: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406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Розділений 50/50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920240"/>
            <a:ext cx="5486400" cy="4480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920240"/>
            <a:ext cx="5486400" cy="64008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7568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ВАРІАНТ B  ·  ТІЛЬКИ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7432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35% rev share, без фіксу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11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Термін: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611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6 місяців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690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Гарантія: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069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$10K/міс до 90-го дня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26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Якщо ні: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526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Повертаю всі витрати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Ризик: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834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100% на мені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406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Підходить, якщо: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440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Не хочете платити фікс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A25B"/>
                </a:solidFill>
                <a:latin typeface="Calibri"/>
              </a:rPr>
              <a:t>ЯК СТАРТУЄМО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Calibri"/>
              </a:rPr>
              <a:t>Наступні кроки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0" cy="54864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842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Сьогодні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842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Рішення про формат співпраці (A або 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786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Завтра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786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Підписуємо договір + бриф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729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День 3-5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1729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Запуск роботи: біо, Taplink, Telegram, бот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7673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Тиждень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76732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Перші Reels у новій стратегії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9768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434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616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Тиждень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6168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Запуск автоворонки + міні-курс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9204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377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56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Тиждень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9560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Старт прогріву 12-го потоку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486400"/>
            <a:ext cx="640080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321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25B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5504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25B"/>
                </a:solidFill>
                <a:latin typeface="Calibri"/>
              </a:rPr>
              <a:t>Тиждень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55040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Запуск курсу — ціль $25-35K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Алевтіно, у вас є все.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Я допоможу зібрати це у систему,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25B"/>
                </a:solidFill>
                <a:latin typeface="Calibri"/>
              </a:rPr>
              <a:t>яка приноситиме x5 уже за 90 днів.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0972800" cy="45720"/>
          </a:xfrm>
          <a:prstGeom prst="rect">
            <a:avLst/>
          </a:prstGeom>
          <a:solidFill>
            <a:srgbClr val="C8A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Що вам потрібно, щоб прийняти рішення сьогодні?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A25B"/>
                </a:solidFill>
                <a:latin typeface="Calibri"/>
              </a:rPr>
              <a:t>[Ім'я продюсера]   ·   [Telegram]   ·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